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8138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METADATA ANONYMIZER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hidden metadata from PDF, DOCX &amp; XLSX files — without touching a network, and without touching the layout.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343400"/>
            <a:ext cx="2834640" cy="502920"/>
          </a:xfrm>
          <a:prstGeom prst="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100% Local Processing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B6"/>
                </a:solidFill>
              </a:rPr>
              <a:t>Progress &amp; Final Results Presentation  ·  Team of 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7C7E"/>
                </a:solidFill>
              </a:rPr>
              <a:t>Documents look clean. Their metadata usually isn't.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854" y="198333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Author identity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C7E"/>
                </a:solidFill>
              </a:rPr>
              <a:t>Real names &amp; internal usernames embedded in file properties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64592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94" y="1983334"/>
            <a:ext cx="559613" cy="5596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Server file paths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3375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C7E"/>
                </a:solidFill>
              </a:rPr>
              <a:t>Internal folder structures and workstation paths exposed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64592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0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134" y="1983334"/>
            <a:ext cx="559613" cy="5596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Revision history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33375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C7E"/>
                </a:solidFill>
              </a:rPr>
              <a:t>Tracked changes and comments reveal edit trails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64592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66960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5774" y="1983334"/>
            <a:ext cx="559613" cy="55961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GPS in images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0" y="33375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C7E"/>
                </a:solidFill>
              </a:rPr>
              <a:t>Embedded photos can leak exact physical locations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02920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For Ugandan government MDAs, this hidden layer is a real security and privacy risk —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even when the visible content has already been carefully reviewed.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3E0"/>
                </a:solidFill>
              </a:rPr>
              <a:t>Inspect, strip, export — entirely on your own machine.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855" y="20418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PDF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" y="315468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" y="3276295"/>
            <a:ext cx="625450" cy="625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DOCX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77240" y="43891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" y="4510735"/>
            <a:ext cx="625450" cy="625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28800" y="4526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XLSX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4114800" y="1828800"/>
            <a:ext cx="7498080" cy="1097280"/>
          </a:xfrm>
          <a:prstGeom prst="roundRect">
            <a:avLst>
              <a:gd name="adj" fmla="val 5833"/>
            </a:avLst>
          </a:prstGeom>
          <a:solidFill>
            <a:srgbClr val="12335C"/>
          </a:solidFill>
          <a:ln/>
        </p:spPr>
      </p:sp>
      <p:sp>
        <p:nvSpPr>
          <p:cNvPr id="14" name="Shape 9"/>
          <p:cNvSpPr/>
          <p:nvPr/>
        </p:nvSpPr>
        <p:spPr>
          <a:xfrm>
            <a:off x="4297680" y="20574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0"/>
          <p:cNvSpPr/>
          <p:nvPr/>
        </p:nvSpPr>
        <p:spPr>
          <a:xfrm>
            <a:off x="429768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5120640" y="193852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Drag a file in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120640" y="23774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9C7"/>
                </a:solidFill>
              </a:rPr>
              <a:t>PDF, DOCX, or XLSX — dropped straight into the tool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114800" y="3200400"/>
            <a:ext cx="7498080" cy="1097280"/>
          </a:xfrm>
          <a:prstGeom prst="roundRect">
            <a:avLst>
              <a:gd name="adj" fmla="val 5833"/>
            </a:avLst>
          </a:prstGeom>
          <a:solidFill>
            <a:srgbClr val="12335C"/>
          </a:solidFill>
          <a:ln/>
        </p:spPr>
      </p:sp>
      <p:sp>
        <p:nvSpPr>
          <p:cNvPr id="19" name="Shape 14"/>
          <p:cNvSpPr/>
          <p:nvPr/>
        </p:nvSpPr>
        <p:spPr>
          <a:xfrm>
            <a:off x="4297680" y="3429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5"/>
          <p:cNvSpPr/>
          <p:nvPr/>
        </p:nvSpPr>
        <p:spPr>
          <a:xfrm>
            <a:off x="429768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2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5120640" y="331012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See before/after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120640" y="37490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9C7"/>
                </a:solidFill>
              </a:rPr>
              <a:t>Every hidden metadata field shown side-by-side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114800" y="4572000"/>
            <a:ext cx="7498080" cy="1097280"/>
          </a:xfrm>
          <a:prstGeom prst="roundRect">
            <a:avLst>
              <a:gd name="adj" fmla="val 5833"/>
            </a:avLst>
          </a:prstGeom>
          <a:solidFill>
            <a:srgbClr val="12335C"/>
          </a:solidFill>
          <a:ln/>
        </p:spPr>
      </p:sp>
      <p:sp>
        <p:nvSpPr>
          <p:cNvPr id="24" name="Shape 19"/>
          <p:cNvSpPr/>
          <p:nvPr/>
        </p:nvSpPr>
        <p:spPr>
          <a:xfrm>
            <a:off x="4297680" y="48006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0"/>
          <p:cNvSpPr/>
          <p:nvPr/>
        </p:nvSpPr>
        <p:spPr>
          <a:xfrm>
            <a:off x="4297680" y="4800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3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5120640" y="468172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Export, clean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120640" y="5120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9C7"/>
                </a:solidFill>
              </a:rPr>
              <a:t>One-click cleaned copy — visible layout unchanged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Model: Nothing Ever Leaves Your Machine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655064"/>
            <a:ext cx="987552" cy="987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51760" y="1417320"/>
            <a:ext cx="89611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926080" y="16002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No uploads. No cloud calls. No exceptions.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16323A"/>
                </a:solidFill>
              </a:rPr>
              <a:t>Reading metadata, stripping it, and writing the cleaned file all happen locally — the tool needs no internet connection to run.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341071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30" y="3487522"/>
            <a:ext cx="395021" cy="395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300984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Why it matters for government use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577840" y="3300984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C7E"/>
                </a:solidFill>
              </a:rPr>
              <a:t>Cloud-based cleaners quietly move the exposure from a file's metadata to the upload itself — unacceptable for classified or sensitive MDA records.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2976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44622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30" y="4539082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352544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Works without connectivity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577840" y="4352544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C7E"/>
                </a:solidFill>
              </a:rPr>
              <a:t>No dependency on internet access, which is inconsistent across many public-sector offices.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520" y="551383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30" y="5590642"/>
            <a:ext cx="395021" cy="39502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5404104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No licensing cost per document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577840" y="5404104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C7E"/>
                </a:solidFill>
              </a:rPr>
              <a:t>A local, open tool avoids recurring cloud-service fees for routine document handling.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566160" y="123444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3566160" y="12344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UI Layer  (Streamlit / Tkinter)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80760" y="1920240"/>
            <a:ext cx="0" cy="365760"/>
          </a:xfrm>
          <a:prstGeom prst="line">
            <a:avLst/>
          </a:prstGeom>
          <a:noFill/>
          <a:ln w="25400">
            <a:solidFill>
              <a:srgbClr val="5B7C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2286000"/>
            <a:ext cx="594360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22860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Orchestrator — detects file type, routes to module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971800"/>
            <a:ext cx="0" cy="320040"/>
          </a:xfrm>
          <a:prstGeom prst="line">
            <a:avLst/>
          </a:prstGeom>
          <a:noFill/>
          <a:ln w="25400">
            <a:solidFill>
              <a:srgbClr val="5B7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4036" y="3291840"/>
            <a:ext cx="0" cy="228600"/>
          </a:xfrm>
          <a:prstGeom prst="line">
            <a:avLst/>
          </a:prstGeom>
          <a:noFill/>
          <a:ln w="25400">
            <a:solidFill>
              <a:srgbClr val="5B7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836" y="352044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02436" y="370332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646" y="3786530"/>
            <a:ext cx="427939" cy="42793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933956" y="3639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pdf_stripper.py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933956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7E"/>
                </a:solidFill>
              </a:rPr>
              <a:t>PyPDF2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56716" y="4434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28090"/>
                </a:solidFill>
              </a:rPr>
              <a:t>read_metadata()  ·  strip_metadata()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94476" y="3291840"/>
            <a:ext cx="0" cy="228600"/>
          </a:xfrm>
          <a:prstGeom prst="line">
            <a:avLst/>
          </a:prstGeom>
          <a:noFill/>
          <a:ln w="25400">
            <a:solidFill>
              <a:srgbClr val="5B7C7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94276" y="352044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22876" y="370332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3786530"/>
            <a:ext cx="427939" cy="42793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54396" y="3639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docx_stripper.py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454396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7E"/>
                </a:solidFill>
              </a:rPr>
              <a:t>python-docx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677156" y="4434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28090"/>
                </a:solidFill>
              </a:rPr>
              <a:t>read_metadata()  ·  strip_metadata()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9614916" y="3291840"/>
            <a:ext cx="0" cy="228600"/>
          </a:xfrm>
          <a:prstGeom prst="line">
            <a:avLst/>
          </a:prstGeom>
          <a:noFill/>
          <a:ln w="25400">
            <a:solidFill>
              <a:srgbClr val="5B7C7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014716" y="352044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243316" y="370332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526" y="3786530"/>
            <a:ext cx="427939" cy="42793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974836" y="3639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xlsx_stripper.py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8974836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7E"/>
                </a:solidFill>
              </a:rPr>
              <a:t>openpyxl · Pillow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197596" y="4434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28090"/>
                </a:solidFill>
              </a:rPr>
              <a:t>read_metadata()  ·  strip_metadata()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080760" y="4800600"/>
            <a:ext cx="0" cy="274320"/>
          </a:xfrm>
          <a:prstGeom prst="line">
            <a:avLst/>
          </a:prstGeom>
          <a:noFill/>
          <a:ln w="25400">
            <a:solidFill>
              <a:srgbClr val="5B7C7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108960" y="512064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32" name="Text 27"/>
          <p:cNvSpPr/>
          <p:nvPr/>
        </p:nvSpPr>
        <p:spPr>
          <a:xfrm>
            <a:off x="3108960" y="51206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 / After Metadata Comparison shown in UI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C7E"/>
                </a:solidFill>
              </a:rPr>
              <a:t>Every file runs entirely inside this pipeline — no step ever touches the network.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C7E"/>
                </a:solidFill>
              </a:rPr>
              <a:t>Seven people, one pipeline — divided along the architecture's own boundaries.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16636" y="160020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9516" y="17830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5" y="18534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796" y="2350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Mwebaza Tony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3796" y="26426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C7E"/>
                </a:solidFill>
              </a:rPr>
              <a:t>Project Manager / Lead Architect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1276" y="160020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4156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565" y="18534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8436" y="2350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Member 2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88436" y="26426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C7E"/>
                </a:solidFill>
              </a:rPr>
              <a:t>PDF Metadata Engineer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85916" y="160020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68796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205" y="18534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3076" y="2350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Member 3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23076" y="26426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C7E"/>
                </a:solidFill>
              </a:rPr>
              <a:t>DOCX Metadata Engineer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20556" y="160020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03436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845" y="185348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7716" y="2350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Member 4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157716" y="26426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C7E"/>
                </a:solidFill>
              </a:rPr>
              <a:t>XLSX/Image Metadata Engineer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16636" y="324612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9516" y="3429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5" y="349940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3796" y="3995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Member 5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53796" y="42885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C7E"/>
                </a:solidFill>
              </a:rPr>
              <a:t>UI/UX Developer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51276" y="324612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34156" y="3429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4565" y="3499409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88436" y="3995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Member 6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488436" y="42885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C7E"/>
                </a:solidFill>
              </a:rPr>
              <a:t>QA &amp; Security Testing Engineer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85916" y="324612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68796" y="3429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9205" y="3499409"/>
            <a:ext cx="362102" cy="3621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23076" y="3995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Member 7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23076" y="42885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C7E"/>
                </a:solidFill>
              </a:rPr>
              <a:t>Documentation &amp; Presentation Lead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Progress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496" y="1417320"/>
            <a:ext cx="2606040" cy="3017520"/>
          </a:xfrm>
          <a:prstGeom prst="roundRect">
            <a:avLst>
              <a:gd name="adj" fmla="val 245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31036" y="16459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250" y="176113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6656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4F5F3"/>
                </a:solidFill>
              </a:rPr>
              <a:t>Setup &amp; Design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42416" y="379476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042416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Complete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74136" y="1417320"/>
            <a:ext cx="2606040" cy="3017520"/>
          </a:xfrm>
          <a:prstGeom prst="roundRect">
            <a:avLst>
              <a:gd name="adj" fmla="val 245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5676" y="16459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890" y="1761134"/>
            <a:ext cx="592531" cy="59253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11296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4F5F3"/>
                </a:solidFill>
              </a:rPr>
              <a:t>Core Modules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77056" y="379476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2"/>
          <p:cNvSpPr/>
          <p:nvPr/>
        </p:nvSpPr>
        <p:spPr>
          <a:xfrm>
            <a:off x="3877056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Complete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08776" y="1417320"/>
            <a:ext cx="2606040" cy="3017520"/>
          </a:xfrm>
          <a:prstGeom prst="roundRect">
            <a:avLst>
              <a:gd name="adj" fmla="val 245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00316" y="16459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530" y="1761134"/>
            <a:ext cx="592531" cy="59253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45936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4F5F3"/>
                </a:solidFill>
              </a:rPr>
              <a:t>Integration &amp; UI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711696" y="379476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18"/>
          <p:cNvSpPr/>
          <p:nvPr/>
        </p:nvSpPr>
        <p:spPr>
          <a:xfrm>
            <a:off x="6711696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Complete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043416" y="1417320"/>
            <a:ext cx="2606040" cy="3017520"/>
          </a:xfrm>
          <a:prstGeom prst="roundRect">
            <a:avLst>
              <a:gd name="adj" fmla="val 2456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934956" y="1645920"/>
            <a:ext cx="822960" cy="822960"/>
          </a:xfrm>
          <a:prstGeom prst="ellipse">
            <a:avLst/>
          </a:prstGeom>
          <a:solidFill>
            <a:srgbClr val="5B7C7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170" y="1761134"/>
            <a:ext cx="592531" cy="59253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80576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Week 4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180576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C7E"/>
                </a:solidFill>
              </a:rPr>
              <a:t>QA &amp; Delivery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9546336" y="379476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D9E4E4"/>
          </a:solidFill>
          <a:ln/>
        </p:spPr>
      </p:sp>
      <p:sp>
        <p:nvSpPr>
          <p:cNvPr id="30" name="Text 24"/>
          <p:cNvSpPr/>
          <p:nvPr/>
        </p:nvSpPr>
        <p:spPr>
          <a:xfrm>
            <a:off x="9546336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7C7E"/>
                </a:solidFill>
              </a:rPr>
              <a:t>In Progress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C7E"/>
                </a:solidFill>
              </a:rPr>
              <a:t>Currently in Week 4: final QA pass, edge-case testing, and delivery packaging (README, report, deck, demo).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28090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233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175473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Live demo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057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9C7"/>
                </a:solidFill>
              </a:rPr>
              <a:t>Drag in a seeded file → before/after view → export clean copy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2335C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0632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54" y="3172054"/>
            <a:ext cx="559613" cy="5596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Wider format support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474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9C7"/>
                </a:solidFill>
              </a:rPr>
              <a:t>PPTX and standalone image files planned next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2335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4805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4" y="4589374"/>
            <a:ext cx="559613" cy="5596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Redaction &amp; batch mode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8920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9C7"/>
                </a:solidFill>
              </a:rPr>
              <a:t>Content redaction and multi-file processing on the roadmap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8B6"/>
                </a:solidFill>
              </a:rPr>
              <a:t>Thank you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Metadata Anonymizer</dc:title>
  <dc:subject>PptxGenJS Presentation</dc:subject>
  <dc:creator>Documentation &amp; Presentation Lead</dc:creator>
  <cp:lastModifiedBy>Documentation &amp; Presentation Lead</cp:lastModifiedBy>
  <cp:revision>1</cp:revision>
  <dcterms:created xsi:type="dcterms:W3CDTF">2026-07-09T06:12:35Z</dcterms:created>
  <dcterms:modified xsi:type="dcterms:W3CDTF">2026-07-09T06:12:35Z</dcterms:modified>
</cp:coreProperties>
</file>